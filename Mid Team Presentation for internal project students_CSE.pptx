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6" r:id="rId1"/>
  </p:sldMasterIdLst>
  <p:sldIdLst>
    <p:sldId id="257" r:id="rId2"/>
    <p:sldId id="262" r:id="rId3"/>
    <p:sldId id="260" r:id="rId4"/>
    <p:sldId id="259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83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8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4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9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08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92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3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7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67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58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1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253DF-92C7-4866-B15B-B1C1B7BF146C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209C8-FDF6-43A4-A774-469A23ED99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0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B0929-8126-6D5E-DBC8-026598A17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828925"/>
            <a:ext cx="8689976" cy="981073"/>
          </a:xfrm>
        </p:spPr>
        <p:txBody>
          <a:bodyPr>
            <a:normAutofit/>
          </a:bodyPr>
          <a:lstStyle/>
          <a:p>
            <a:r>
              <a:rPr lang="en-US" dirty="0"/>
              <a:t>Title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301D2-211A-7B33-32B5-9BF44B2D1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9998"/>
            <a:ext cx="9144000" cy="2362202"/>
          </a:xfrm>
        </p:spPr>
        <p:txBody>
          <a:bodyPr>
            <a:normAutofit/>
          </a:bodyPr>
          <a:lstStyle/>
          <a:p>
            <a:r>
              <a:rPr lang="en-US" dirty="0"/>
              <a:t>Name of  students</a:t>
            </a:r>
          </a:p>
          <a:p>
            <a:r>
              <a:rPr lang="en-US" dirty="0"/>
              <a:t>Registration No</a:t>
            </a:r>
          </a:p>
          <a:p>
            <a:r>
              <a:rPr lang="en-US"/>
              <a:t> </a:t>
            </a:r>
            <a:r>
              <a:rPr lang="en-US" dirty="0"/>
              <a:t>Supervisor   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7B882-A125-B61B-F3DC-5932289895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9F67BA-9F66-C19D-E746-2E78241DF7AF}"/>
              </a:ext>
            </a:extLst>
          </p:cNvPr>
          <p:cNvSpPr txBox="1"/>
          <p:nvPr/>
        </p:nvSpPr>
        <p:spPr>
          <a:xfrm>
            <a:off x="1409699" y="1821328"/>
            <a:ext cx="957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Phase 2- Mid Term Project Presentation  </a:t>
            </a:r>
          </a:p>
        </p:txBody>
      </p:sp>
    </p:spTree>
    <p:extLst>
      <p:ext uri="{BB962C8B-B14F-4D97-AF65-F5344CB8AC3E}">
        <p14:creationId xmlns:p14="http://schemas.microsoft.com/office/powerpoint/2010/main" val="6593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4FD27-0C71-B6CD-B2AC-8AAF1E7E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164305"/>
            <a:ext cx="6219825" cy="1033463"/>
          </a:xfrm>
        </p:spPr>
        <p:txBody>
          <a:bodyPr/>
          <a:lstStyle/>
          <a:p>
            <a:r>
              <a:rPr lang="en-US" dirty="0"/>
              <a:t>List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90D84-822D-02BC-CDF3-7B9D2A52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265237"/>
            <a:ext cx="10364452" cy="549592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1: 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Brief overview of the project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Objectives of the project</a:t>
            </a:r>
          </a:p>
          <a:p>
            <a:pPr>
              <a:buNone/>
            </a:pPr>
            <a:r>
              <a:rPr lang="en-US" b="1" dirty="0"/>
              <a:t>2: Literature Review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Existing solutions and research 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Gaps identified in the current methods</a:t>
            </a:r>
          </a:p>
          <a:p>
            <a:pPr>
              <a:buNone/>
            </a:pPr>
            <a:r>
              <a:rPr lang="en-US" b="1" dirty="0"/>
              <a:t>3: Proposed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Description of your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it improves upon existing solutions</a:t>
            </a:r>
          </a:p>
          <a:p>
            <a:pPr>
              <a:buNone/>
            </a:pPr>
            <a:r>
              <a:rPr lang="en-US" b="1" dirty="0"/>
              <a:t>4: 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architecture / Workflow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Tools, technologies, and frameworks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Implementation steps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933CF-54A2-0758-1973-98671417A1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915275" y="96837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42296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AD411-6FCE-F60F-F6D1-6EB8F9AE8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351818"/>
            <a:ext cx="4239250" cy="9134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73C18-48C7-7676-64D1-AEFF46AA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09701"/>
            <a:ext cx="10364452" cy="521017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5. Experimental Setup &amp; Dataset </a:t>
            </a:r>
            <a:r>
              <a:rPr lang="en-US" b="1" i="1" dirty="0"/>
              <a:t>(if applicable)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Description of dataset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Experiment configurations and parameters</a:t>
            </a:r>
          </a:p>
          <a:p>
            <a:pPr>
              <a:buNone/>
            </a:pPr>
            <a:r>
              <a:rPr lang="en-US" b="1" dirty="0"/>
              <a:t>6: Implementation &amp;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Screenshots or demo of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functionalities of the project</a:t>
            </a:r>
          </a:p>
          <a:p>
            <a:pPr>
              <a:buNone/>
            </a:pPr>
            <a:r>
              <a:rPr lang="en-US" b="1" dirty="0"/>
              <a:t>7: Results &amp;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metrics (accuracy, efficiency,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Comparisons with existing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Graphs, tables, or charts</a:t>
            </a:r>
          </a:p>
          <a:p>
            <a:pPr>
              <a:buNone/>
            </a:pPr>
            <a:r>
              <a:rPr lang="en-US" b="1" dirty="0"/>
              <a:t>8: Challenges &amp; 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Issues faced during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Limitations of the proposed solution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6ADCCB-91CE-50A4-0AC8-934681281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915275" y="96837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7723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693E-285F-CC7B-8079-E2FAEFFC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25" y="483579"/>
            <a:ext cx="6134725" cy="78165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784D0-8DB5-5DDE-11B8-C550E84E9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419225"/>
            <a:ext cx="10364452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9: 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Summary of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takeaways from the project</a:t>
            </a:r>
          </a:p>
          <a:p>
            <a:pPr>
              <a:buNone/>
            </a:pPr>
            <a:r>
              <a:rPr lang="en-US" b="1" dirty="0"/>
              <a:t>10: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 of papers, books, and sources cited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516AD2-AEE4-3752-E406-730E82313F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915275" y="96837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0952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6068-29B0-E02B-42F5-4E70D285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99662"/>
            <a:ext cx="6096625" cy="12957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0355-EAFD-C3CB-BAF6-3FAF36CA0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38301"/>
            <a:ext cx="10364452" cy="4848224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2FEE3-37E7-82C2-A79F-D314ADDA63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5" b="9864"/>
          <a:stretch/>
        </p:blipFill>
        <p:spPr bwMode="auto">
          <a:xfrm>
            <a:off x="7798752" y="56183"/>
            <a:ext cx="4119245" cy="11684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203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</TotalTime>
  <Words>178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2013 - 2022 Theme</vt:lpstr>
      <vt:lpstr>Title of project</vt:lpstr>
      <vt:lpstr>List of contents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Susheel Kumar K [MAHE-MITBLR]</dc:creator>
  <cp:lastModifiedBy>Sathiyaraj Rajendran [MAHE-MITBLR]</cp:lastModifiedBy>
  <cp:revision>3</cp:revision>
  <dcterms:created xsi:type="dcterms:W3CDTF">2025-02-28T09:17:15Z</dcterms:created>
  <dcterms:modified xsi:type="dcterms:W3CDTF">2026-03-16T07:43:00Z</dcterms:modified>
</cp:coreProperties>
</file>